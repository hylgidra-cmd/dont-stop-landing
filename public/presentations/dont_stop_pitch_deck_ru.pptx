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64592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FFB800"/>
                </a:solidFill>
              </a:defRPr>
            </a:pPr>
            <a:r>
              <a:t>PRE-SEED • $50 000 • РАБОЧИЙ WEB ENGINE</a:t>
            </a:r>
          </a:p>
          <a:p>
            <a:pPr>
              <a:spcAft>
                <a:spcPts val="1000"/>
              </a:spcAft>
              <a:defRPr sz="5400" b="1">
                <a:solidFill>
                  <a:srgbClr val="21D8A0"/>
                </a:solidFill>
              </a:defRPr>
            </a:pPr>
            <a:r>
              <a:t>DON'T STOP</a:t>
            </a:r>
          </a:p>
          <a:p>
            <a:pPr>
              <a:spcAft>
                <a:spcPts val="1000"/>
              </a:spcAft>
              <a:defRPr sz="2400" b="1">
                <a:solidFill>
                  <a:srgbClr val="FFFFFF"/>
                </a:solidFill>
              </a:defRPr>
            </a:pPr>
            <a:r>
              <a:t>Платформа фитнеса и захвата территорий, превращающая город в игровое поле</a:t>
            </a:r>
          </a:p>
          <a:p>
            <a:pPr>
              <a:defRPr sz="1600">
                <a:solidFill>
                  <a:srgbClr val="A3B8B0"/>
                </a:solidFill>
              </a:defRPr>
            </a:pPr>
            <a:r>
              <a:t>Превращаем ходьбу и бег в командную и тактическую игру городского масштаба.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1D8A0"/>
                </a:solidFill>
              </a:defRPr>
            </a:pPr>
            <a:r>
              <a:t>DON'T STOP — INVESTOR PITCH DECK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Проблема и Рыночные Возможности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21D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1D8A0"/>
                </a:solidFill>
              </a:defRPr>
            </a:pPr>
            <a:r>
              <a:t>01. Ограничение Фитнес-Трекеров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Strava и Nike измеряют показатели, но не превращают ежедневную активность в командную игру.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21D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628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1D8A0"/>
                </a:solidFill>
              </a:defRPr>
            </a:pPr>
            <a:r>
              <a:t>02. Одиночество и Потеря Мотивации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Большинство бегунов тренируются поодиночке. Им не хватает локального соперничества.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29184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21D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388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1D8A0"/>
                </a:solidFill>
              </a:defRPr>
            </a:pPr>
            <a:r>
              <a:t>03. Отсутствие Глубоких Guild-Механик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Мобильным игрокам нужен прогресс в реальном мире, но на рынке нет реальных GPS guild битв.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1D8A0"/>
                </a:solidFill>
              </a:defRPr>
            </a:pPr>
            <a:r>
              <a:t>DON'T STOP — INVESTOR PITCH DECK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Как Работает Продукт?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0E5FF"/>
                </a:solidFill>
              </a:defRPr>
            </a:pPr>
            <a:r>
              <a:t>1. МАРШРУТ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GPS проверяет замкнутый контур и расстояние до точки соединения в реальном времени.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628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FFB800"/>
                </a:solidFill>
              </a:defRPr>
            </a:pPr>
            <a:r>
              <a:t>2. ТЕРРИТОРИЯ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Площадь внутри замкнутого контура закрепляется с помощью PostGIS.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29184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21D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388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1D8A0"/>
                </a:solidFill>
              </a:defRPr>
            </a:pPr>
            <a:r>
              <a:t>3. GUILD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Команда защищает территорию и набирает очки в еженедельном рейтинге.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1D8A0"/>
                </a:solidFill>
              </a:defRPr>
            </a:pPr>
            <a:r>
              <a:t>DON'T STOP — INVESTOR PITCH DECK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Guild-Битвы и Векторные Эмблемы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21D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78308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FFB800"/>
                </a:solidFill>
              </a:defRPr>
            </a:pPr>
            <a:r>
              <a:t>Guild-Команды до 10 человек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Объединяйтесь с друзьями и используйте уникальный тег ([TAG]) для лидерства в городе.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21D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5080" y="178308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1D8A0"/>
                </a:solidFill>
              </a:defRPr>
            </a:pPr>
            <a:r>
              <a:t>10 Эксклюзивных Эмблем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Подчеркните статус команды с помощью гербов Щит, Мечи, Корона, Молния и Огонь.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1D8A0"/>
                </a:solidFill>
              </a:defRPr>
            </a:pPr>
            <a:r>
              <a:t>DON'T STOP — INVESTOR PITCH DECK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Удержание Пользователей и Безопасность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21D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1D8A0"/>
                </a:solidFill>
              </a:defRPr>
            </a:pPr>
            <a:r>
              <a:t>НЕДЕЛЬНЫЙ ЦИКЛ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Еженедельная борьба за территории и турниры создают новую цель.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628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0E5FF"/>
                </a:solidFill>
              </a:defRPr>
            </a:pPr>
            <a:r>
              <a:t>РАДИУС ПРИВАТНОСТИ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Приватный радиус 200 метров скрывает домашний адрес игрока.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29184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388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FFB800"/>
                </a:solidFill>
              </a:defRPr>
            </a:pPr>
            <a:r>
              <a:t>АНТИЧИТ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Детекция телепортации и фильтр качества GPS блокируют фейковые треки.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1D8A0"/>
                </a:solidFill>
              </a:defRPr>
            </a:pPr>
            <a:r>
              <a:t>DON'T STOP — INVESTOR PITCH DECK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Конкуренты и Преимущество Don't Stop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21D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1D8A0"/>
                </a:solidFill>
              </a:defRPr>
            </a:pPr>
            <a:r>
              <a:t>Don't Stop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Real-time Closed-loop GPS + 10-player Guild Warfare + 200m Privacy Radius + Multi-language.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21D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628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A3B8B0"/>
                </a:solidFill>
              </a:defRPr>
            </a:pPr>
            <a:r>
              <a:t>Strava / Nike Run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Только отслеживание статистики. Захват территорий и командные механики 0%.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29184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21D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388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A3B8B0"/>
                </a:solidFill>
              </a:defRPr>
            </a:pPr>
            <a:r>
              <a:t>Pokémon GO / Ingress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Виртуальные объекты. Нет учета реального бега и замкнутых контуров.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1D8A0"/>
                </a:solidFill>
              </a:defRPr>
            </a:pPr>
            <a:r>
              <a:t>DON'T STOP — INVESTOR PITCH DECK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Монетизация и Модель Доходов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246888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21D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783080"/>
            <a:ext cx="2194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1D8A0"/>
                </a:solidFill>
              </a:defRPr>
            </a:pPr>
            <a:r>
              <a:t>01. BATTLE PASS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Следы, рамки эмблем и темы карты ($4.99 / месяц).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645920"/>
            <a:ext cx="246888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21D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11880" y="1783080"/>
            <a:ext cx="2194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1D8A0"/>
                </a:solidFill>
              </a:defRPr>
            </a:pPr>
            <a:r>
              <a:t>02. МИКРОТРАНЗАКЦИИ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Аватары, guild-токены и смена имени ($0.99 – $9.99).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246888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783080"/>
            <a:ext cx="2194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FFB800"/>
                </a:solidFill>
              </a:defRPr>
            </a:pPr>
            <a:r>
              <a:t>03. БРЕНД-ПАРТНЁРСТВА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Спонсорские зоны и турниры брендов ($2K – $10K / событие).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1645920"/>
            <a:ext cx="246888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98280" y="1783080"/>
            <a:ext cx="2194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0E5FF"/>
                </a:solidFill>
              </a:defRPr>
            </a:pPr>
            <a:r>
              <a:t>04. B2B-АНАЛИТИКА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Анонимизированные данные о городской активности (После пилота).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1D8A0"/>
                </a:solidFill>
              </a:defRPr>
            </a:pPr>
            <a:r>
              <a:t>DON'T STOP — INVESTOR PITCH DECK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План Роста на 3 Года (Growth Roadmap)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246888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21D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783080"/>
            <a:ext cx="2194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1D8A0"/>
                </a:solidFill>
              </a:defRPr>
            </a:pPr>
            <a:r>
              <a:t>3 МЕС (Пилот)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Нукус и Ташкент (15K пользователей)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645920"/>
            <a:ext cx="246888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21D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11880" y="1783080"/>
            <a:ext cx="2194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1D8A0"/>
                </a:solidFill>
              </a:defRPr>
            </a:pPr>
            <a:r>
              <a:t>6 МЕС (Региональный)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Самарканд, Алматы, Шымкент (75K пользователей)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246888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21D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783080"/>
            <a:ext cx="2194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1D8A0"/>
                </a:solidFill>
              </a:defRPr>
            </a:pPr>
            <a:r>
              <a:t>1 ГОД (Международный)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Стамбул, Астана, Баку (300K пользователей)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1645920"/>
            <a:ext cx="246888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98280" y="1783080"/>
            <a:ext cx="2194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FFB800"/>
                </a:solidFill>
              </a:defRPr>
            </a:pPr>
            <a:r>
              <a:t>3 ГОДА (Экосистема)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Глобальные B2B спонсоры ($4M+ выручки в год)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1D8A0"/>
                </a:solidFill>
              </a:defRPr>
            </a:pPr>
            <a:r>
              <a:t>DON'T STOP — INVESTOR PITCH DECK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Распределение Инвестиций $50 000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291840" cy="201168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21D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78308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1D8A0"/>
                </a:solidFill>
              </a:defRPr>
            </a:pPr>
            <a:r>
              <a:t>Backend &amp; Spatial API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$12,000 (24%)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291840" cy="201168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21D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6280" y="178308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1D8A0"/>
                </a:solidFill>
              </a:defRPr>
            </a:pPr>
            <a:r>
              <a:t>Frontend &amp; Mobile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$10,000 (20%)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291840" cy="201168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21D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3880" y="178308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1D8A0"/>
                </a:solidFill>
              </a:defRPr>
            </a:pPr>
            <a:r>
              <a:t>Game &amp; Spatial Eng.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$10,000 (20%)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023360"/>
            <a:ext cx="3291840" cy="201168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21D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6052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1D8A0"/>
                </a:solidFill>
              </a:defRPr>
            </a:pPr>
            <a:r>
              <a:t>Brand &amp; Design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$6,000 (12%)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4023360"/>
            <a:ext cx="3291840" cy="201168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21D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416052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1D8A0"/>
                </a:solidFill>
              </a:defRPr>
            </a:pPr>
            <a:r>
              <a:t>Marketing &amp; Community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$7,000 (14%)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4023360"/>
            <a:ext cx="3291840" cy="201168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416052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FFB800"/>
                </a:solidFill>
              </a:defRPr>
            </a:pPr>
            <a:r>
              <a:t>Server, Legal, Резерв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$5,000 (10%)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1D8A0"/>
                </a:solidFill>
              </a:defRPr>
            </a:pPr>
            <a:r>
              <a:t>DON'T STOP — INVESTOR PITCH DECK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Технологическая База (Web Engine Ready)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21D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1D8A0"/>
                </a:solidFill>
              </a:defRPr>
            </a:pPr>
            <a:r>
              <a:t>РАБОЧИЙ WEB ENGINE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FastAPI + PostGIS + MapLibre GL рассчитывают GPS-контур в реальном времени.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628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0E5FF"/>
                </a:solidFill>
              </a:defRPr>
            </a:pPr>
            <a:r>
              <a:t>105 АВТОТЕСТОВ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100% покрытие тестами и чистый production сборка.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29184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388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FFB800"/>
                </a:solidFill>
              </a:defRPr>
            </a:pPr>
            <a:r>
              <a:t>MOBILE PIPELINE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React + Vite + Capacitor готовы для генерации Android APK.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