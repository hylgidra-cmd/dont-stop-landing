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2B24"/>
          </a:solidFill>
          <a:ln w="254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⚡ PRE-SEED PITCH DECK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E599"/>
                </a:solidFill>
              </a:defRPr>
            </a:pPr>
            <a:r>
              <a:t>DON'T STOP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Город играет с тобой: Real Geolocation Territory Capture Game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7BDB4"/>
                </a:solidFill>
              </a:defRPr>
            </a:pPr>
            <a:r>
              <a:t>Стратегическая игра в реальном времени, объединяющая бег, ходьбу и командные битвы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📍 Активно в 4 городах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99"/>
                </a:solidFill>
              </a:defRPr>
            </a:pPr>
            <a:r>
              <a:t>🛡️ Гильдии до 10 человек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📱 Android APK + Web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🚀 Раунд Pre-Seed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ОБЗОР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Суть Проекта и Уникальное Ценностное Предложение (UVP)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Мобильная игра нового поколения на стыке фитнеса и киберспорта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🎯 Миссия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Превратить бег и здоровый образ жизни в увлекательный городской киберспорт. Мотивировать молодежь выходить на улицы и сражаться за реальные территории вместо сидения за экранами.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⭐ Ценностное Предложение (UVP)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В отличие от традиционных трекеров (Strava, Nike), Don't Stop превращает каждый метр реальной пробежки в захваченные квадратные метры (м²) на живой карте и командную победу.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🔥 Текущая Стадия и Готовность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Проект находится на стадии полнофункционального MVP: развернута пространственная база PostGIS, серверы на Render, живая веб-карта и готовый Android APK (5.1 МБ).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ПРОБЛЕМА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Какие Проблемы Мы Решаем?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Три основных барьера современного городского жителя и молодежи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4B4B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Нехватка Мотивации и Скука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78% людей бросают пробежки в первые 2-3 недели. Одиночный бег быстро приедается и не дает постоянного эмоционального стимула.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61188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B80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Однообразие Существующих Приложений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Strava и Nike Run Club отображают только сухую статистику (пульс, темп, километры). В них нет игрового азарта и социальной клановой динамики.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502920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E5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983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Малоподвижный Образ Жизни Молодежи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Молодое поколение проводит 4-6 часов в день за видеоиграми дома. Им необходима игровая мотивация, чтобы двигаться в реальном мире.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Don't Stop — Настоящая Стратегия на Улицах Города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Азарт видеоигр + Физическая активность + Командная гордость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🗺️ Захват Территорий (Loop Capture)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Вы бежите по замкнутому контуру. Вся площадь внутри кольца (м²) мгновенно окрашивается в цвет вашей гильдии.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🛡️ Гильдии из 10 Человек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Лимит в 10 участников, уникальный клан-тег [TAG] и 10 векторных гербов. Побеждает не толпа, а сыгранность и регулярность.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🚩 Флаг-Якорь (Anchor 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Поставьте флаг в стратегической точке, сделайте круг и вернитесь: алгоритм сохранит стартовую тропу и замкнет идеальный полигон.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🎨 GPS-Арт и Просмотр Треков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9204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Ваши маршруты превращаются в рисунки на карте города с возможностью пересмотра истории и анимации забегов.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ИГРОВОЙ ПРОЦЕСС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 Простых Шага к Захвату Района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Максимальная простота для бегуна, сложная геодезия под капотом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ШАГ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Выберите Маршрут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Откройте карту и наметьте квартал или парк, который хотите отвоевать у соперников.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99"/>
                </a:solidFill>
              </a:defRPr>
            </a:pPr>
            <a:r>
              <a:t>ШАГ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Начните Забег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Нажмите Старт и бегите. GPS пишет координаты в фоновом режиме даже при выключенном экране телефона.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ШАГ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Замкните Кольцо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Вернитесь к точке старта или замкните петлю: алгоритм Lollipop отсечет лишний хвост и зафиксирует контур.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ШАГ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Территория Ваша!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PostGIS вычтет здания и запретные зоны, посчитает точную полезную площадь (м²) и внесет в рейтинг.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Надежная Архитектура и Продвинутый Античит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Честный геймплей без накруток, эмуляторов и фальсификаций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🛡️ Многоуровневый Античит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Определение Fake GPS и эмуляторов на уровне ОС</a:t>
            </a:r>
            <a:br/>
            <a:r>
              <a:t>• Контроль скорости (телепорт &gt;15 м/с блокируется)</a:t>
            </a:r>
            <a:br/>
            <a:r>
              <a:t>• Фильтр Калмана и EMA-сглаживание GPS-дрейфа</a:t>
            </a:r>
            <a:br/>
            <a:r>
              <a:t>• Классификация движения (автомобили и велосипеды отсекаются)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🗺️ Пространственная Математика PostGIS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ST_Difference вычитает здания, школы и режимные объекты</a:t>
            </a:r>
            <a:br/>
            <a:r>
              <a:t>• Алгоритм Lollipop: сохранение стебля и выделение замкнутого ядра</a:t>
            </a:r>
            <a:br/>
            <a:r>
              <a:t>• Расчет реальной геодезической площади в м² за миллисекунды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🔒 Приватная Зона (200 метров)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Скрытие домашнего адреса и работы радиусом 200 метров</a:t>
            </a:r>
            <a:br/>
            <a:r>
              <a:t>• Треки внутри приватной зоны не публикуются в общем доступе</a:t>
            </a:r>
            <a:br/>
            <a:r>
              <a:t>• Полная конфиденциальность и безопасность личной жизни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Автономный Буфер и Фоновый 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При сбое сети точки сохраняются в локальном буфере смартфона</a:t>
            </a:r>
            <a:br/>
            <a:r>
              <a:t>• Авто-синхронизация при появлении интернета</a:t>
            </a:r>
            <a:br/>
            <a:r>
              <a:t>• Фоновый Foreground Service Android экономит батарею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ТЕКУЩИЙ СТАТУС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Don't Stop Сегодня: 4 Активных Города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MVP уже настроен и функционирует в 4 ключевых локациях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99"/>
                </a:solidFill>
              </a:defRPr>
            </a:pPr>
            <a:r>
              <a:t>НУКУС (Nukus)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Каракалпакстан • Пилот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Население: ~350,000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Стартовый тестовый регион. Полная интеграция карты, зданий и зон исключений.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ТАШКЕНТ (Tashkent)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Столица Узбекистана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Население: ~3,000,000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Крупнейший мегаполис региона. Огромная концентрация студентов, клубов и IT-сектора.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</a:defRPr>
            </a:pPr>
            <a:r>
              <a:t>АЛМАТЫ (Almaty)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Мегаполис Казахстана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Население: ~2,200,000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Главный спортивный хаб Центральной Азии. Культура бега и развитая инфраструктура.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СТАМБУЛ (Istanbul)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Глобальный Мегаполис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Население: ~16,000,000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Мост между Европой и Азией. Плацдарм для выхода на международный рынок.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ЭКСПАНСИЯ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План Расширения: Крупнейшие Города Региона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Анализ городов с высокой численностью и плотностью населения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🇺🇿 Города Узбекистана (Этап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Самарканд (~600,000): Центр туризма и молодежи, активные беговые сообщества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Наманган (~700,000): Второй по численности населения мегаполис страны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Андижан (~450,000): Самая высокая плотность населения в регионе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Бухара (~300,000): Большое количество парков и открытых городских зон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Фергана (~350,000): Высокая доля молодежи и спортивная культура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🌏 Столицы Центральной Азии (Этап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Астана (Казахстан) (~1,400,000): Столица, масштабные марафоны и открытые набережные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Шымкент (Казахстан) (~1,200,000): Динамичный южный мегаполис с теплым климатом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Бишкек (Кыргызстан) (~1,150,000): Развитое комьюнити любителей бега и аутдора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Душанбе (Таджикистан) (~1,000,000): Быстрорастущая молодая столица</a:t>
            </a:r>
          </a:p>
          <a:p>
            <a:pPr>
              <a:spcBef>
                <a:spcPts val="1200"/>
              </a:spcBef>
              <a:defRPr sz="1100" b="1">
                <a:solidFill>
                  <a:srgbClr val="FFB800"/>
                </a:solidFill>
              </a:defRPr>
            </a:pPr>
            <a:r>
              <a:t>🎯 Почему эти города? Более 60% населения младше 30 лет, высокая урбанизация и покрытие 4G/5G более 90%.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ОБЪЕМ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Целевой Рынок: Оценка TAM, SAM,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Быстрорастущий сегмент фитнес-приложений и геолокационного гейминга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TAM: $35.7 Млрд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Total Addressable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Мировой рынок мобильного фитнеса (M-Health) и геймификации спорта. Ежегодный рост (CAGR) 17.6%.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SAM: $140 Млн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Serviceable Addressable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Рынок Центральной Азии, СНГ и Турции: активные пользователи смартфонов 16–35 лет.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99"/>
                </a:solidFill>
              </a:defRPr>
            </a:pPr>
            <a:r>
              <a:t>SOM: $15 Млн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Serviceable Obtainable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Доля рынка в Узбекистане и Казахстане за первые 3 года: 1.5M+ пользователей и B2B-контракты.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Монетизация и Источники Дохода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Баланс модели Freemium, B2B-рекламы и корпоративных подписок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01. Freemium &amp; Battle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Базовый функционал бесплатен для всех бегунов</a:t>
            </a:r>
            <a:br/>
            <a:r>
              <a:t>• Battle Pass ($2.99 / мес): Сезонные квесты и награды</a:t>
            </a:r>
            <a:br/>
            <a:r>
              <a:t>• Premium ($4.99 / мес): Аналитика и безлимитные приватные зоны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02. Внутриигровые Покупки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Эксклюзивные векторные гербы и цвета гильдий</a:t>
            </a:r>
            <a:br/>
            <a:r>
              <a:t>• Уникальные флаги и кастомизация аватаров</a:t>
            </a:r>
            <a:br/>
            <a:r>
              <a:t>• Игровые бустеры для ускоренного отвоевания районов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03. B2B Гео-Реклама и Спонсорство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Спонсорские зоны для локальных сетей кофеен и брендов</a:t>
            </a:r>
            <a:br/>
            <a:r>
              <a:t>• Скидки и промокоды в захваченных локациях</a:t>
            </a:r>
            <a:br/>
            <a:r>
              <a:t>• Брендированные турниры от RedBull, Nike, местных ритейлеров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04. Корпоративные Лиги (Wellness)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B2B-подписка для компаний: здоровые сотрудники и корпоративные битвы внутри города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КОНКУРЕНЦИЯ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Конкурентные Преимущества Don't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Сравнение с лидерами рынка фитнеса и гео-игр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11680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 / Функция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D1F1A"/>
                          </a:solidFill>
                        </a:defRPr>
                      </a:pPr>
                      <a:r>
                        <a:t>Don't Stop</a:t>
                      </a:r>
                    </a:p>
                  </a:txBody>
                  <a:tcPr>
                    <a:solidFill>
                      <a:srgbClr val="00E5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Strava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Nike Run Club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Pokemon GO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Захват территорий (м²)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Да (Real-Time)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Нет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Нет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Только точки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Битвы кланов до 10 чел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Да (Гербы)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Только клубы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Нет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3 фракции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Античит и защита GPS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Многоуровневый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Частично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Базовый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E599"/>
                          </a:solidFill>
                        </a:defRPr>
                      </a:pPr>
                      <a:r>
                        <a:t>✅ Да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Локализация и цены (UZ/RU)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100% Адаптировано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Только валюта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Без адаптации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Дорогие цены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План Роста и Масштабирования (Roadmap)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Поэтапная траектория развития от 3 месяцев до 5 лет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3 МЕС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MVP и Тестирование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Бета-тест в Узбекистане (5 000 пользователей)</a:t>
            </a:r>
            <a:br/>
            <a:r>
              <a:t>• Релиз в Google Play и App Store</a:t>
            </a:r>
            <a:br/>
            <a:r>
              <a:t>• Подключение Самарканда и Намангана</a:t>
            </a:r>
            <a:br/>
            <a:r>
              <a:t>• Первые локальные клановые турниры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99"/>
                </a:solidFill>
              </a:defRPr>
            </a:pPr>
            <a:r>
              <a:t>9 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Монетизация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50 000 активных пользователей (MAU)</a:t>
            </a:r>
            <a:br/>
            <a:r>
              <a:t>• Охват 8 крупных городов Узбекистана</a:t>
            </a:r>
            <a:br/>
            <a:r>
              <a:t>• Запуск Battle Pass и микротранзакций</a:t>
            </a:r>
            <a:br/>
            <a:r>
              <a:t>• Первые 10 B2B-партнерств ($5k MRR)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 ГОД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Центральная Азия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150 000 пользователей</a:t>
            </a:r>
            <a:br/>
            <a:r>
              <a:t>• Выход в Астану, Шымкент и Бишкек</a:t>
            </a:r>
            <a:br/>
            <a:r>
              <a:t>• Первый Международный турнир Don't Stop League</a:t>
            </a:r>
            <a:br/>
            <a:r>
              <a:t>• Выход на $25,000 ежемесячного дохода (MRR)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 ГОДА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СНГ и Турция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1 000 000+ активных игроков</a:t>
            </a:r>
            <a:br/>
            <a:r>
              <a:t>• Масштабирование в Турции и Азербайджане</a:t>
            </a:r>
            <a:br/>
            <a:r>
              <a:t>• Интеграция персонального AI-тренера</a:t>
            </a:r>
            <a:br/>
            <a:r>
              <a:t>• $250,000 ежемесячного дохода (MRR)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99"/>
                </a:solidFill>
              </a:defRPr>
            </a:pPr>
            <a:r>
              <a:t>5 ЛЕТ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Глобальная Экосистема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5 000 000+ пользователей по всему миру</a:t>
            </a:r>
            <a:br/>
            <a:r>
              <a:t>• Экспансия на Ближний Восток и в Европу</a:t>
            </a:r>
            <a:br/>
            <a:r>
              <a:t>• Мировая корпоративная фитнес-лига</a:t>
            </a:r>
            <a:br/>
            <a:r>
              <a:t>• $1,500,000+ ежемесячного дохода (MRR)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ИНВЕСТИЦИИ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Потребность в Инвестициях и Распределение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План привлечения $25,000 – $50,000 на раунде Pre-Seed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99"/>
                </a:solidFill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Продукт и R&amp;D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Разработка нативного iOS приложения</a:t>
            </a:r>
            <a:br/>
            <a:r>
              <a:t>• Обучение AI-модели маршрутов и античита</a:t>
            </a:r>
            <a:br/>
            <a:r>
              <a:t>• Расширение серверных мощностей PostGIS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</a:defRPr>
            </a:pPr>
            <a:r>
              <a:t>35%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Маркетинг и Комьюнити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Коллаборации с беговыми клубами и вузами</a:t>
            </a:r>
            <a:br/>
            <a:r>
              <a:t>• Работа со спортивными блогерами и инфлюенсерами</a:t>
            </a:r>
            <a:br/>
            <a:r>
              <a:t>• Призовые фонды первых городских турниров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15%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Расширение Команды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Найм дополнительных Mobile-разработчиков</a:t>
            </a:r>
            <a:br/>
            <a:r>
              <a:t>• UI/UX дизайнер и Community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Операционные Расходы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Юридическая регистрация, защита IP</a:t>
            </a:r>
            <a:br/>
            <a:r>
              <a:t>• Лицензирование картографических тайлов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Присоединяйтесь к Движению Don't Stop!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Мы строим здоровую нацию и фитнес-игру нового поколения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9436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🚀 Почему Сейчас — Лучшее Время?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Готовый рабочий MVP: Web и Android APK уже на руках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Бурный рост бегового и здорового движения в регионе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Более 60% населения — активная молодежь, любящая игры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Высокий интерес B2B-сектора к гео-маркетингу и рекламе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Легкая масштабируемость на соседние страны Центральной Азии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4510735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41449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📱 Контакты и Демо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6032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🌐 Веб-сайт (Landing):</a:t>
            </a:r>
          </a:p>
          <a:p>
            <a:pPr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https://hylgidra-cmd.github.io/dont-stop-landing/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🗺️ Живая Карта (Live Demo):</a:t>
            </a:r>
          </a:p>
          <a:p>
            <a:pPr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https://qalarun-web.onrender.com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📱 Android APK:</a:t>
            </a:r>
          </a:p>
          <a:p>
            <a:pPr>
              <a:spcBef>
                <a:spcPts val="100"/>
              </a:spcBef>
              <a:defRPr sz="1100">
                <a:solidFill>
                  <a:srgbClr val="FFFFFF"/>
                </a:solidFill>
              </a:defRPr>
            </a:pPr>
            <a:r>
              <a:t>dontstop-debug.apk (В репозитории и на GitHub)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💬 Сотрудничество:</a:t>
            </a:r>
          </a:p>
          <a:p>
            <a:pPr>
              <a:spcBef>
                <a:spcPts val="100"/>
              </a:spcBef>
              <a:defRPr sz="1100">
                <a:solidFill>
                  <a:srgbClr val="FFFFFF"/>
                </a:solidFill>
              </a:defRPr>
            </a:pPr>
            <a:r>
              <a:t>Всегда открыты к диалогу и инвестициям!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