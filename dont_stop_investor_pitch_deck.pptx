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FFB800"/>
                </a:solidFill>
              </a:defRPr>
            </a:pPr>
            <a:r>
              <a:t>PRE-SEED • $50 000 • ISHLAYDIGAN WEB ENGINE</a:t>
            </a:r>
          </a:p>
          <a:p>
            <a:pPr>
              <a:spcAft>
                <a:spcPts val="1000"/>
              </a:spcAft>
              <a:defRPr sz="5400" b="1">
                <a:solidFill>
                  <a:srgbClr val="21D8A0"/>
                </a:solidFill>
              </a:defRPr>
            </a:pPr>
            <a:r>
              <a:t>DON'T STOP</a:t>
            </a:r>
          </a:p>
          <a:p>
            <a:pPr>
              <a:spcAft>
                <a:spcPts val="1000"/>
              </a:spcAft>
              <a:defRPr sz="2400" b="1">
                <a:solidFill>
                  <a:srgbClr val="FFFFFF"/>
                </a:solidFill>
              </a:defRPr>
            </a:pPr>
            <a:r>
              <a:t>Shaharni o'yin maydoniga aylantiradigan hudud egallash va fitness platformasi</a:t>
            </a:r>
          </a:p>
          <a:p>
            <a:pPr>
              <a:defRPr sz="1600">
                <a:solidFill>
                  <a:srgbClr val="A3B8B0"/>
                </a:solidFill>
              </a:defRPr>
            </a:pPr>
            <a:r>
              <a:t>Yurish va yugurishni shahar miqyosidagi jamoaviy va taktikal o'yinga aylantiramiz.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Muammo va Bozor Imkoniyati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01. Fitness Trekerlar Cheklovi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Strava va Nike faqat statistikani o'lchaydi, lekin kundalik harakatni jamoaviy o'yinga aylantirmaydi.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02. Yolg'izlik va Motivatsiya Yo'qligi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Ko'pchilik yuguruvchilar yolg'iz shug'ullanadi. Mahalliy raqobat va jamoaviy maqsad yetishmaydi.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03. Chuqur Guild Mexanikasi Yo'qligi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Mobil o'yinchilar real dunyoda progressni xohlaydi, mavjud o'yinlarda esa real GPS hudud warfare yo'q.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Mahsulot Qanday Ishlaydi?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E5FF"/>
                </a:solidFill>
              </a:defRPr>
            </a:pPr>
            <a:r>
              <a:t>1. MARSHRUT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GPS yopiq kontur va ulanish masofasini real-vaqtda tekshiradi.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B800"/>
                </a:solidFill>
              </a:defRPr>
            </a:pPr>
            <a:r>
              <a:t>2. HUDUD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Tasdiqlangan kontur ichidagi maydon PostGIS yordamida egallanadi.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3. GILDIYA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Jamoa hududni himoya qiladi va haftalik reytingda ochko to'playdi.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Gildiya Janglari va Vektor Gerblar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B800"/>
                </a:solidFill>
              </a:defRPr>
            </a:pPr>
            <a:r>
              <a:t>10 Kishilik Gildiyalar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Do'stlar bilan jamoa tuzing va unique teg ([TAG]) bilan shahar yetakchisiga aylaning.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508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10 Eksklyuziv Gerb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Qalqon, Qilichlar, Toj, Yashin, Olov kabi eksklyuziv gerblar bilan jamoa statusini ko'rsating.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Foydalanuvchini Ushlab Qolish va Maxfiylik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HAFTALIK SIKL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Hudud uchun haftalik bellashuv va sovrinlar yangi maqsad yaratadi.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E5FF"/>
                </a:solidFill>
              </a:defRPr>
            </a:pPr>
            <a:r>
              <a:t>MAXFIYLIK ZONASI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200 metrli Privacy Radius uyingiz va shaxsiy manzillaringizni yashiradi.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B800"/>
                </a:solidFill>
              </a:defRPr>
            </a:pPr>
            <a:r>
              <a:t>ANTI-CHEAT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Teleportatsiyani aniqlash va GPS sifat filtri soxta treklarni bloklaydi.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Raqobatchilar va Don't Stop Ustunligi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Don't Stop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Real-time Closed-loop GPS + 10-player Guild Warfare + 200m Privacy Radius + Multi-language.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A3B8B0"/>
                </a:solidFill>
              </a:defRPr>
            </a:pPr>
            <a:r>
              <a:t>Strava / Nike Run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Faqat statistikani kuzatish. Jamoaviy hudud egallash va o'yin mexanikasi 0%.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A3B8B0"/>
                </a:solidFill>
              </a:defRPr>
            </a:pPr>
            <a:r>
              <a:t>Pokémon GO / Ingress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Virtual obyektlar. Real yugurish va yopiq kontur maydon hisobi yo'q.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Monetizatsiya va Daromad Modeli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01. BATTLE PASS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Kosmetik izlar, gerb ramkalari va xarita mavzulari ($4.99 / oy).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02. MIKROTRANSAKSIYA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Avatar, gildiya tokenlari va nickname pass ($0.99 – $9.99).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B800"/>
                </a:solidFill>
              </a:defRPr>
            </a:pPr>
            <a:r>
              <a:t>03. BREND HAMKORLIGI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Homiy hududlar va sport kafolari turnirlari ($2K – $10K / event).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E5FF"/>
                </a:solidFill>
              </a:defRPr>
            </a:pPr>
            <a:r>
              <a:t>04. B2B ANALITIKA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Anonimlashtirilgan shahar harakati insightlari (Pilotdan keyin).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3 Yillik O'sish Rejasi (Growth Roadmap)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3 OY (Pilot)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Nukus va Toshkent (15K foydalanuvchi)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6 OY (Regional)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Samarqand, Olmaota, Chimkent (75K foydalanuvchi)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1 YIL (Xalqaro)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Istanbul, Astana, Boku (300K foydalanuvchi)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645920"/>
            <a:ext cx="246888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B800"/>
                </a:solidFill>
              </a:defRPr>
            </a:pPr>
            <a:r>
              <a:t>3 YIL (Ekotizim)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Global B2B homiylar ($4M+ yillik daromad)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$50 000 Pre-Seed Byudjet Taqsimoti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201168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Backend &amp; Spatial API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$12,000 (24%)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201168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Frontend &amp; Mobile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$10,000 (20%)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201168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Game &amp; Spatial Eng.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$10,000 (20%)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3291840" cy="201168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6052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Brand &amp; Design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$6,000 (12%)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4023360"/>
            <a:ext cx="3291840" cy="201168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416052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Marketing &amp; Community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$7,000 (14%)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023360"/>
            <a:ext cx="3291840" cy="201168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416052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B800"/>
                </a:solidFill>
              </a:defRPr>
            </a:pPr>
            <a:r>
              <a:t>Server, Legal, Zaxira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$5,000 (10%)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1D8A0"/>
                </a:solidFill>
              </a:defRPr>
            </a:pPr>
            <a:r>
              <a:t>DON'T STOP — INVESTOR PITCH DECK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Tayyor Texnologik Asos (Web Engine Ready)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21D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1D8A0"/>
                </a:solidFill>
              </a:defRPr>
            </a:pPr>
            <a:r>
              <a:t>ISHLAYDIGAN WEB ENGINE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FastAPI + PostGIS + MapLibre GL real-vaqtda GPS konturini hisoblaydi.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E5FF"/>
                </a:solidFill>
              </a:defRPr>
            </a:pPr>
            <a:r>
              <a:t>105 AVTOMATIK TEST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100% test qamrovi va toza production build.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2241E"/>
          </a:solidFill>
          <a:ln w="1905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B800"/>
                </a:solidFill>
              </a:defRPr>
            </a:pPr>
            <a:r>
              <a:t>MOBILE PIPELINE</a:t>
            </a:r>
          </a:p>
          <a:p>
            <a:pPr>
              <a:defRPr sz="1300">
                <a:solidFill>
                  <a:srgbClr val="A3B8B0"/>
                </a:solidFill>
              </a:defRPr>
            </a:pPr>
            <a:r>
              <a:t>React + Vite + Capacitor orqali Android APK tayyor holatda.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