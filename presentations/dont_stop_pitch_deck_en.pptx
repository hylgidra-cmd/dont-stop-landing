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FFB800"/>
                </a:solidFill>
              </a:defRPr>
            </a:pPr>
            <a:r>
              <a:t>PRE-SEED • $50,000 • WORKING WEB ENGINE</a:t>
            </a:r>
          </a:p>
          <a:p>
            <a:pPr>
              <a:spcAft>
                <a:spcPts val="1000"/>
              </a:spcAft>
              <a:defRPr sz="5400" b="1">
                <a:solidFill>
                  <a:srgbClr val="21D8A0"/>
                </a:solidFill>
              </a:defRPr>
            </a:pPr>
            <a:r>
              <a:t>DON'T STOP</a:t>
            </a:r>
          </a:p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A territory capture fitness platform turning the city into a live game board</a:t>
            </a:r>
          </a:p>
          <a:p>
            <a:pPr>
              <a:defRPr sz="1600">
                <a:solidFill>
                  <a:srgbClr val="A3B8B0"/>
                </a:solidFill>
              </a:defRPr>
            </a:pPr>
            <a:r>
              <a:t>Turning daily walking and running into a city-scale team game.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Problem &amp; Market Opportunity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01. Fitness Trackers Limit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Strava and Nike track metrics, but miss turning daily movement into a team sport.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02. Solo Workout Burnout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Most runners train alone. Local rivalry and shared team objectives are missing.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03. Missing Guild Warfare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Mobile gamers want real-world progress, but deep real-world GPS guild mechanics are rare.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How Does The Product Work?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E5FF"/>
                </a:solidFill>
              </a:defRPr>
            </a:pPr>
            <a:r>
              <a:t>1. ROUTE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GPS validates closed loop and calculates connection gap in real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2. TERRITORY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Verified loop area becomes captured ground using PostGIS geometry.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3. GUILD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Teams defend territory and earn points in weekly leaderboards.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Guild Warfare &amp; Vector Emblems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10-Player Guilds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Form a 10-member squad with a unique tag ([TAG]) to dominate city rankings.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10 Exclusive Badges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Signal your team status with vector emblems like Shield, Swords, Crown, Zap, and Flame.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User Retention &amp; Safety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WEEKLY LOOP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Weekly territory reset and tournament leaderboards drive recurring engagement.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E5FF"/>
                </a:solidFill>
              </a:defRPr>
            </a:pPr>
            <a:r>
              <a:t>PRIVACY RADIUS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200-meter Privacy Radius obfuscates home address locations.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ANTI-CHEAT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Teleport detection and GPS quality filter block spoofed routes.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Competitive Matrix &amp; Don't Stop Advantage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Don't Stop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Real-time Closed-loop GPS + 10-player Guild Warfare + 200m Privacy Radius + Multi-language.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3B8B0"/>
                </a:solidFill>
              </a:defRPr>
            </a:pPr>
            <a:r>
              <a:t>Strava / Nike Run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Pure stats tracking. 0% team territory capture or gaming mechanics.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3B8B0"/>
                </a:solidFill>
              </a:defRPr>
            </a:pPr>
            <a:r>
              <a:t>Pokémon GO / Ingress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Virtual POIs. Lacks real running closed-loop area calculations.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Monetization &amp; Business Model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01. BATTLE PASS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Cosmetic trails, emblem borders and map themes ($4.99 / month).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02. MICROTRANSACTIONS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Avatars, guild tokens and name change passes ($0.99 – $9.99).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03. BRAND PARTNERSHIPS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Sponsored zones and branded tournaments ($2K – $10K / event).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E5FF"/>
                </a:solidFill>
              </a:defRPr>
            </a:pPr>
            <a:r>
              <a:t>04. B2B ANALYTICS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Anonymized urban activity foot-traffic insights (Post-pilot).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3-Year Growth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3 MONTHS (Pilot)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Nukus and Tashkent (15K users)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6 MONTHS (Regional)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Samarkand, Almaty, Shymkent (75K users)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1 YEAR (International)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Istanbul, Astana, Baku (300K users)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3 YEARS (Ecosystem)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Global B2B sponsors ($4M+ annual revenue)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Use of $50,000 Investment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Backend &amp; Spatial API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$12,000 (24%)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Frontend &amp; Mobile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$10,000 (20%)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Game &amp; Spatial Eng.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$10,000 (20%)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6052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Brand &amp; Design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$6,000 (12%)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02336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416052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Marketing &amp; Community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$7,000 (14%)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02336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416052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Server, Legal, Reserve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$5,000 (10%)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Working Tech Foundation (Engine Ready)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WORKING WEB ENGINE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FastAPI + PostGIS + MapLibre GL calculate real-time GPS loops.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E5FF"/>
                </a:solidFill>
              </a:defRPr>
            </a:pPr>
            <a:r>
              <a:t>105 AUTOMATED TESTS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100% test pass rate and clean production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MOBILE PIPELINE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React + Vite + Capacitor ready for instant Android APK generation.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