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bbb16545a348b1" /><Relationship Type="http://schemas.openxmlformats.org/officeDocument/2006/relationships/extended-properties" Target="/docProps/app.xml" Id="Ra38c30276abb46ee" /><Relationship Type="http://schemas.openxmlformats.org/officeDocument/2006/relationships/officeDocument" Target="/ppt/presentation.xml" Id="Rd1163d69d6404d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0cb159419741b8"/>
  </p:sldMasterIdLst>
  <p:notesMasterIdLst>
    <p:notesMasterId xmlns:r="http://schemas.openxmlformats.org/officeDocument/2006/relationships" r:id="Rcc18d181bd4c4e0b"/>
  </p:notesMasterIdLst>
  <p:sldIdLst>
    <p:sldId xmlns:r="http://schemas.openxmlformats.org/officeDocument/2006/relationships" id="256" r:id="R95b8bc01d6c14fc8"/>
    <p:sldId xmlns:r="http://schemas.openxmlformats.org/officeDocument/2006/relationships" id="257" r:id="R8ca4aef37be84c9c"/>
    <p:sldId xmlns:r="http://schemas.openxmlformats.org/officeDocument/2006/relationships" id="258" r:id="R3f348214f6fd4792"/>
    <p:sldId xmlns:r="http://schemas.openxmlformats.org/officeDocument/2006/relationships" id="259" r:id="R79c203f505b44b2f"/>
    <p:sldId xmlns:r="http://schemas.openxmlformats.org/officeDocument/2006/relationships" id="260" r:id="Rda8f717ef21044bd"/>
    <p:sldId xmlns:r="http://schemas.openxmlformats.org/officeDocument/2006/relationships" id="261" r:id="R9580afb2f1314249"/>
    <p:sldId xmlns:r="http://schemas.openxmlformats.org/officeDocument/2006/relationships" id="262" r:id="R3d9d93c55454433d"/>
    <p:sldId xmlns:r="http://schemas.openxmlformats.org/officeDocument/2006/relationships" id="263" r:id="R4a58b8043e494bfe"/>
    <p:sldId xmlns:r="http://schemas.openxmlformats.org/officeDocument/2006/relationships" id="264" r:id="Ra187c9472a5d4d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32c179ad384a2f" /><Relationship Type="http://schemas.openxmlformats.org/officeDocument/2006/relationships/slideMaster" Target="/ppt/slideMasters/slideMaster1.xml" Id="Re10cb159419741b8" /><Relationship Type="http://schemas.openxmlformats.org/officeDocument/2006/relationships/notesMaster" Target="/ppt/notesMasters/notesMaster1.xml" Id="Rcc18d181bd4c4e0b" /><Relationship Type="http://schemas.openxmlformats.org/officeDocument/2006/relationships/presProps" Target="/ppt/presProps.xml" Id="Ra5754cd0b64f44d2" /><Relationship Type="http://schemas.openxmlformats.org/officeDocument/2006/relationships/tableStyles" Target="/ppt/tableStyles.xml" Id="R861b7a704e2d4756" /><Relationship Type="http://schemas.openxmlformats.org/officeDocument/2006/relationships/slide" Target="/ppt/slides/slide1.xml" Id="R95b8bc01d6c14fc8" /><Relationship Type="http://schemas.openxmlformats.org/officeDocument/2006/relationships/slide" Target="/ppt/slides/slide2.xml" Id="R8ca4aef37be84c9c" /><Relationship Type="http://schemas.openxmlformats.org/officeDocument/2006/relationships/slide" Target="/ppt/slides/slide3.xml" Id="R3f348214f6fd4792" /><Relationship Type="http://schemas.openxmlformats.org/officeDocument/2006/relationships/slide" Target="/ppt/slides/slide4.xml" Id="R79c203f505b44b2f" /><Relationship Type="http://schemas.openxmlformats.org/officeDocument/2006/relationships/slide" Target="/ppt/slides/slide5.xml" Id="Rda8f717ef21044bd" /><Relationship Type="http://schemas.openxmlformats.org/officeDocument/2006/relationships/slide" Target="/ppt/slides/slide6.xml" Id="R9580afb2f1314249" /><Relationship Type="http://schemas.openxmlformats.org/officeDocument/2006/relationships/slide" Target="/ppt/slides/slide7.xml" Id="R3d9d93c55454433d" /><Relationship Type="http://schemas.openxmlformats.org/officeDocument/2006/relationships/slide" Target="/ppt/slides/slide8.xml" Id="R4a58b8043e494bfe" /><Relationship Type="http://schemas.openxmlformats.org/officeDocument/2006/relationships/slide" Target="/ppt/slides/slide9.xml" Id="Ra187c9472a5d4d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f268fefcb4d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ea88357034ac6" /><Relationship Type="http://schemas.openxmlformats.org/officeDocument/2006/relationships/notesMaster" Target="/ppt/notesMasters/notesMaster1.xml" Id="Rff4c9ac9818d47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ca80f6aa94459" /><Relationship Type="http://schemas.openxmlformats.org/officeDocument/2006/relationships/notesMaster" Target="/ppt/notesMasters/notesMaster1.xml" Id="R237c1e9db26b4c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3e160cf8254861" /><Relationship Type="http://schemas.openxmlformats.org/officeDocument/2006/relationships/notesMaster" Target="/ppt/notesMasters/notesMaster1.xml" Id="Reacd7a76208e44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08f2c34f4c44aa" /><Relationship Type="http://schemas.openxmlformats.org/officeDocument/2006/relationships/notesMaster" Target="/ppt/notesMasters/notesMaster1.xml" Id="R73b6908a77dd46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1625d17d654807" /><Relationship Type="http://schemas.openxmlformats.org/officeDocument/2006/relationships/notesMaster" Target="/ppt/notesMasters/notesMaster1.xml" Id="R39e7c48598ee47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cb82bfb3474625" /><Relationship Type="http://schemas.openxmlformats.org/officeDocument/2006/relationships/notesMaster" Target="/ppt/notesMasters/notesMaster1.xml" Id="Rb57fbcb485d644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dcefd32f7c458a" /><Relationship Type="http://schemas.openxmlformats.org/officeDocument/2006/relationships/notesMaster" Target="/ppt/notesMasters/notesMaster1.xml" Id="R1cdbac9825674d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4d4994cd0647bc" /><Relationship Type="http://schemas.openxmlformats.org/officeDocument/2006/relationships/notesMaster" Target="/ppt/notesMasters/notesMaster1.xml" Id="R7aaa7142ac4c42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863fe6fba34628" /><Relationship Type="http://schemas.openxmlformats.org/officeDocument/2006/relationships/notesMaster" Target="/ppt/notesMasters/notesMaster1.xml" Id="R71393abf0d9040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425f6ba7d4f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bcf098bf8e4001" /><Relationship Type="http://schemas.openxmlformats.org/officeDocument/2006/relationships/slideLayout" Target="/ppt/slideLayouts/slideLayout1.xml" Id="R6ac7e2c0d02440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c7e2c0d02440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79c4f72a84e04" /><Relationship Type="http://schemas.openxmlformats.org/officeDocument/2006/relationships/image" Target="/ppt/media/image.png" Id="Rf77da937bd484701" /><Relationship Type="http://schemas.openxmlformats.org/officeDocument/2006/relationships/notesSlide" Target="/ppt/notesSlides/notesSlide1.xml" Id="R59b90e6a1f6c4c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fcc283c104e9b" /><Relationship Type="http://schemas.openxmlformats.org/officeDocument/2006/relationships/notesSlide" Target="/ppt/notesSlides/notesSlide2.xml" Id="R45225ecf697f4c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21a2523b34b3f" /><Relationship Type="http://schemas.openxmlformats.org/officeDocument/2006/relationships/notesSlide" Target="/ppt/notesSlides/notesSlide3.xml" Id="R32a4df861c844c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44963c9d2462f" /><Relationship Type="http://schemas.openxmlformats.org/officeDocument/2006/relationships/notesSlide" Target="/ppt/notesSlides/notesSlide4.xml" Id="R8a31290e4cf74a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1ff2ca2634883" /><Relationship Type="http://schemas.openxmlformats.org/officeDocument/2006/relationships/notesSlide" Target="/ppt/notesSlides/notesSlide5.xml" Id="Rc37de45bbaa041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9373796184ed0" /><Relationship Type="http://schemas.openxmlformats.org/officeDocument/2006/relationships/notesSlide" Target="/ppt/notesSlides/notesSlide6.xml" Id="R1d216b48b5e549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4cf140f25441e" /><Relationship Type="http://schemas.openxmlformats.org/officeDocument/2006/relationships/notesSlide" Target="/ppt/notesSlides/notesSlide7.xml" Id="R3d2373ed334e49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1807066704df5" /><Relationship Type="http://schemas.openxmlformats.org/officeDocument/2006/relationships/notesSlide" Target="/ppt/notesSlides/notesSlide8.xml" Id="R0ebdd135f9c841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9e64f89ba4c49" /><Relationship Type="http://schemas.openxmlformats.org/officeDocument/2006/relationships/image" Target="/ppt/media/image2.png" Id="Rb1621042e6a6441c" /><Relationship Type="http://schemas.openxmlformats.org/officeDocument/2006/relationships/notesSlide" Target="/ppt/notesSlides/notesSlide9.xml" Id="R5503ad12bcce48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da937bd4847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BEAC0-CFD6-4A77-BDEC-7D10CCC1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>
              <a:alpha val="3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94C79-31E2-4915-B9FA-26EC4F2D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5905500" cy="582930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07110D">
              <a:alpha val="82000"/>
            </a:srgbClr>
          </a:solidFill>
          <a:ln xmlns:a="http://schemas.openxmlformats.org/drawingml/2006/main" w="9525">
            <a:solidFill>
              <a:srgbClr val="20E6A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DC764-332C-4BCB-BB6D-7567A100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INVESTOR PITCH /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236E7-8334-4C6B-BBFF-9BA9DCAD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DON'T 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4A1E0-6B61-40FA-9DE4-4E95326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10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Shaharni o‘yin maydoniga aylantiradigan hudud egallash va fitness platformasi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9A5CA-D668-4524-B604-0A68345E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PRE-SEED  •  $50 000  •  ISHLAYDIGAN WEB ENGINE</a:t>
            </a:r>
          </a:p>
        </p:txBody>
      </p:sp>
    </p:spTree>
    <p:extLst>
      <p:ext uri="{BB962C8B-B14F-4D97-AF65-F5344CB8AC3E}">
        <p14:creationId xmlns:p14="http://schemas.microsoft.com/office/powerpoint/2010/main" val="1898863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6E1D7-C281-48F9-9008-F0DECEFA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B265F-357E-4935-B07F-1F11E49C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6A6FE-F176-453F-845B-EADB8624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Muammo va imkoniyat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06E04-2E4D-48C6-861A-8783563F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C289A-5A26-4183-A4F5-1CBF231C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OPPORTUNITY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CB2A7-F79F-4C95-9F1F-7FD997FF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A1714"/>
          </a:solidFill>
          <a:ln xmlns:a="http://schemas.openxmlformats.org/drawingml/2006/main" w="9525">
            <a:solidFill>
              <a:srgbClr val="6336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9FB95-FF27-40B9-A8BE-9A355C96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AAEE6-4EAB-47D7-A501-58357EA5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Fitness trekerlari natijani o‘lchaydi, ammo kundalik harakatni jamoaviy o‘yinga aylantirmaydi.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451CF-49AC-43BB-834E-6254086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A1714"/>
          </a:solidFill>
          <a:ln xmlns:a="http://schemas.openxmlformats.org/drawingml/2006/main" w="9525">
            <a:solidFill>
              <a:srgbClr val="6336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B9249-CC5E-4FEE-A417-E6F741A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27439-7D4D-4976-BC47-863C45B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Ko‘pchilik foydalanuvchi yolg‘iz shug‘ullanadi. Mahalliy raqobat va jamoaviy maqsad yetishmaydi.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4D713-9E6B-4FC4-9029-C4392080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A1714"/>
          </a:solidFill>
          <a:ln xmlns:a="http://schemas.openxmlformats.org/drawingml/2006/main" w="9525">
            <a:solidFill>
              <a:srgbClr val="6336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62190-10F1-494D-B6C7-EBAE9352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D2927-D3AC-42DD-B94E-6906E2CD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Mobil o‘yinchilar real dunyodagi progressni xohlaydi, mavjud yechimlarda chuqur guild mexanikasi kam.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70A9F-7214-4289-9D1D-3C842AB6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1B70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FBB9B-B402-45A3-B21E-D3E37A32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CAPTURE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FCE06-5EE7-4518-8C5D-C37F860E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Yopiq marshrut bo‘ylab yurish yoki yugurish orqali xaritada hudud egallanadi.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9417E-5EC3-4C45-ABD9-A42E4D95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1B70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148A4-F1DC-44DF-AB58-5E638B52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GUILDS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606A4-83F0-499F-8D5F-B746B7C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10 kishilik guildlar emblema, reyting va haftalik hudud turnirlarida raqobatlashadi.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D59FE-AA52-4989-B9A2-A6A74995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1B70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DA1413-65C7-43C0-974F-7C912B19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43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F28F8-6392-4C11-9282-BE7760FB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Fitness, ijtimoiy o‘yin va lokal brend faolliklarini bitta platforma birlashtiradi.</a:t>
            </a:r>
          </a:p>
        </p:txBody>
      </p:sp>
    </p:spTree>
    <p:extLst>
      <p:ext uri="{BB962C8B-B14F-4D97-AF65-F5344CB8AC3E}">
        <p14:creationId xmlns:p14="http://schemas.microsoft.com/office/powerpoint/2010/main" val="1360629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67F0D-6471-4FF0-BC5E-BED517C9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69BDE-7080-47AB-A4F9-E1446B37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6E23F-878F-4145-B5ED-39B6B8D0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Mahsulot qanday ishlaydi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5EF60-1386-4302-A30B-19C100B8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3505200" cy="39814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E5934-0FA6-41F7-90F0-61CE6CB2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1  MARSHRUT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DD61C-73EE-4AA5-A962-8F5B92D7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00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GPS yopiq kontur va ulanish masofasini real vaqtda tekshiradi.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43C33-3F9C-4047-99BC-58C2F7A3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11"/>
          </a:solidFill>
          <a:ln xmlns:a="http://schemas.openxmlformats.org/drawingml/2006/main" w="28575">
            <a:solidFill>
              <a:srgbClr val="20E6A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34C99-1B53-4809-A9D5-2C130F25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19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F9171-A989-4108-A64D-5B32F23C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0200"/>
            <a:ext cx="3505200" cy="39814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81E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911CE-EB7E-4A92-B165-55440D6A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2  HUDUD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4063D-4424-4E55-AC86-2191596F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300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Tasdiqlangan kontur ichidagi maydon xaritada egallanadi.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F4488-8F99-4055-9F1C-D2E97124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86200"/>
            <a:ext cx="1428750" cy="14287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D2114"/>
          </a:solidFill>
          <a:ln xmlns:a="http://schemas.openxmlformats.org/drawingml/2006/main" w="28575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C280D-7C7C-4BAF-AEAE-40C3390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+1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656D5-EEEF-4AE9-87AB-9CC1925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3505200" cy="39814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4AA34-2173-472F-A9D8-EF6397D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3  GUILD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2AFAA-764E-40D3-98B4-0EA1243B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81250"/>
            <a:ext cx="300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Jamoa hududni himoya qiladi va haftalik reytingda ochko to‘playdi.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7D5B8-510B-427F-B77F-36F92762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19050">
            <a:solidFill>
              <a:srgbClr val="07110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B647D-3FFC-479A-BF41-27BECBBA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19050">
            <a:solidFill>
              <a:srgbClr val="07110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E4BD2-461F-4D2F-9EED-DB2B7B5E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43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19050">
            <a:solidFill>
              <a:srgbClr val="07110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9DE35-6B3A-418D-9706-5234CD99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GPS  •  POSTGIS  •  MAPLIBRE GL</a:t>
            </a:r>
          </a:p>
        </p:txBody>
      </p:sp>
    </p:spTree>
    <p:extLst>
      <p:ext uri="{BB962C8B-B14F-4D97-AF65-F5344CB8AC3E}">
        <p14:creationId xmlns:p14="http://schemas.microsoft.com/office/powerpoint/2010/main" val="1878785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623A0-2483-4F48-8077-16643ECD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C87DE-BFA4-4D1D-8135-985CE396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675A8-88AF-4358-9359-89B1AFFC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Nega foydalanuvchi qaytadi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C5DD8-ED86-43AE-869F-B1561868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525780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0E6A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D16C4-3977-4B05-8110-B6C0E54A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HAFTALIK SIKL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4F856-932E-4CB7-9D97-04C78E64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Hudud uchun bellashuv yangi maqsad yaratadi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FFDD3-7264-46BD-BDC3-6D888A2E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25780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2B9C1-8E79-4E21-B327-D0C25552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IJTIMOIY BOSIM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73F08-699B-40C0-8E45-D21380CD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Guild natijasi har bir a’zoning faolligiga bog‘liq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84EC2-3ED9-40DA-B06C-BF4FA765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25780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0FAE2-173C-498D-AF42-DBECCD0A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SHAXSIYLASHTIRISH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BC201-1B56-4264-A8FA-26D90739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Emblema, avatar va xarita effektlari status beradi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0D7BA-293A-41E8-B100-5D597082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25780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B1141-7FC0-4FA4-AFF6-F5EFE5C0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XAVFSIZLIK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4BCCE-3CCA-4298-984A-4F861DC1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200 m maxfiylik radiusi va teleport aniqlash</a:t>
            </a:r>
          </a:p>
        </p:txBody>
      </p:sp>
    </p:spTree>
    <p:extLst>
      <p:ext uri="{BB962C8B-B14F-4D97-AF65-F5344CB8AC3E}">
        <p14:creationId xmlns:p14="http://schemas.microsoft.com/office/powerpoint/2010/main" val="1756495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E1ADA-991F-418D-8CB9-6F7D7422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BDD4E-AF07-412B-835F-DD2BFD51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6655C-A63A-494F-86E4-5802BA80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Daromad modeli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B8739-91CA-44EA-BEE3-812A56B2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2552700" cy="37147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E83BD-97E9-4892-9AA3-4DF531E5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664B4-6C07-465E-AE3E-0ED7A77B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BATTLE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BC33B-264D-40C7-8267-5C5BAF42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Kosmetik izlar, emblema va xarita mavzulari</a:t>
            </a:r>
          </a:p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$4.99 / 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2E433-A8AB-4181-9907-984EFA48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38300"/>
            <a:ext cx="2552700" cy="37147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87686-F905-45BB-A647-0D9F63AB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66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4654D-7D86-49ED-BE24-62CBCEBE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MICROTRANSAKSIYA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F86A2-0AB2-4B91-B67A-D3B537E3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Avatar, guild tokeni va nickname pass</a:t>
            </a:r>
          </a:p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$0.99–$9.99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82360-CC12-42C8-BAC4-1D6E63FF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2552700" cy="37147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2A2112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FDD99-747E-41C0-82E2-7F8D2025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3D9F0-111A-41A6-97F2-71FAEAEE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BREND HAMKORLIGI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21A82-DDCA-4D5D-8A82-523025C6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Homiy hududlar va turnirlar</a:t>
            </a:r>
          </a:p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$2K–$10K / tadbir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758C2-76A4-4347-84C0-37C145BE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38300"/>
            <a:ext cx="2552700" cy="37147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A5B29-5AEB-4B9B-8571-A35DCB7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66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3C007-774C-4C3F-A256-A84DB2C1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B2B ANALITIKA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CC236-8328-461A-91E0-37185125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Anonimlashtirilgan shahar harakati insightlari</a:t>
            </a:r>
          </a:p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Pilotdan keyingi yo‘nalish</a:t>
            </a:r>
          </a:p>
        </p:txBody>
      </p:sp>
    </p:spTree>
    <p:extLst>
      <p:ext uri="{BB962C8B-B14F-4D97-AF65-F5344CB8AC3E}">
        <p14:creationId xmlns:p14="http://schemas.microsoft.com/office/powerpoint/2010/main" val="464630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959D75-E40E-4628-9068-F82D19DC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8F781-CDE5-4F42-A502-2FED9D5B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DDCED-C033-423F-9C06-3F80F97F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3 yillik o‘sish rejasi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B742A-CC00-42C3-BFF3-05A00CDD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51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1F71E-CD06-4574-A88F-9D6C0BD4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E54CC-1568-4D77-BC34-C9FCB097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3 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815C9-F5E6-463A-A053-80649E92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09A8F-90C4-427C-9F65-24EBCD88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Nukus va Toshkent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84B4E-DD7A-4989-99E0-D5247C8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15K foydalanuvchi*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655D0-0D64-46F3-827F-6CB90D8C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BA779-074D-4360-8481-55986639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6 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F0BD3-CBD2-45B0-90C7-7098FF2C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Regional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6F93E-9E75-40A4-9257-E6237FB7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Samarqand, Olmaota, Chimkent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C69ED-FA8C-4267-9090-EADF64C9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75K foydalanuvchi*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3F9E2-1DE9-4956-BB49-FF2217AB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3348C-D89E-48F6-AEF2-11605B10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1 YIL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9D4B2-59F0-4553-AAB7-DA5E2EA8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Ko‘p mamlakat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8FAB1-FD7D-4A29-B024-E1542C57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Istanbul, Astana, Boku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31690-1A4A-4924-AB9D-C3757D46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300K foydalanuvchi*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61FA1-C4B1-4C8A-869E-7624E6A6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BDD05-DD23-47C4-ABC9-053B16D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2 YIL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AC1CD-CDFC-4727-940F-D71BE506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Kengayish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36356-7601-4006-9481-F0A86888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MENA va Sharqiy Yevropa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9AE44-AD60-4609-B3BD-784A2AE3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1.2M foydalanuvchi*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A75902-B5CD-4D49-BD76-B90D2EE4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solidFill>
              <a:srgbClr val="FFB54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8FD4A-578A-44EA-A47A-71160025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3 YIL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BE0D6-AA69-44AC-8202-1E39D32E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Ekotizim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F89649-8C52-4AAF-9171-2EC1E58F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Global B2B homiylar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29D3A9-4048-4816-9A4B-C36BEF56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$4M+ yillik daromad*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55574E-A879-4473-B976-B3C5FCF7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* Maqsad ko‘rsatkichlari. Pilot natijalari asosida yangilanadi.</a:t>
            </a:r>
          </a:p>
        </p:txBody>
      </p:sp>
    </p:spTree>
    <p:extLst>
      <p:ext uri="{BB962C8B-B14F-4D97-AF65-F5344CB8AC3E}">
        <p14:creationId xmlns:p14="http://schemas.microsoft.com/office/powerpoint/2010/main" val="1435887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D6FEC7-2974-4C9F-B167-BC34C5D1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55762-779E-4DE4-BF44-2536676E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1D27D-9AB1-4436-9667-6044A74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$50 000 investitsiya rejasi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3CAC3-7A5B-48DC-8EA4-B8EB1A6B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314700" cy="44767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251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5D16D-3E79-4B76-A17A-BDCFB8F4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16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$50 000 PRE-SEED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24B88-E6C5-4ED8-A3A6-547DF76C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7813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12 oylik runway</a:t>
            </a:r>
          </a:p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Android APK/AAB relizi</a:t>
            </a:r>
          </a:p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5 asosiy rol</a:t>
            </a:r>
          </a:p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Server va xarita infratuzilmasi</a:t>
            </a:r>
          </a:p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Campus va influencer pilotlari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85092-DB27-424B-AD0C-A157ED7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B87C3-6241-4CEC-AFA9-0A6B5ED0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BACKEND VA SPATIAL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165DF-BC83-4B11-983F-BC9E6250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002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$12K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FACEF-A999-44AC-9BB5-1F71A15C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002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24%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7794B-64E4-4E38-9520-7B03A11E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6E757-5CDF-458C-B809-E7ED94C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FRONTEND VA MOBILE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4FC29-02D6-4C76-AAB9-A04B88C7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$10K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DDD79-53C7-439B-8869-428D435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431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9645C-FF31-4552-8415-BD1D2D9E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91246-0F01-4C1D-A5AB-EB9C6C5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86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GAME / SPATIAL 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6FD84-C1E2-4827-8205-939D7B27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$10K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9EC28-ACAF-4631-990C-5C3C482C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86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955B4F-683A-4AF5-937C-7F2D481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5285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8029C-B096-4C04-B15B-DF9022D8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BRAND VA DIZAYN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3C8B5-3927-4053-9D5B-6ACBD31C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90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$6K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04361-423D-451D-AC9E-3ACE4535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290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12%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ED4F3-D2FF-46A9-BA72-DD8D47A8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9580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2FDA7-CABA-40D5-B300-2B24DA3E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MARKETING VA COMMUNITY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9D34B-19F0-4CB1-8B23-60D2ACA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720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$7K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18336-3906-44FD-8F5D-6FCF7FE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14%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9AADD-48F9-4627-BFAF-3C5E8194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3875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503A4-300C-4D6F-89EB-DDFE4A03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SERVER, LEGAL, ZAXIRA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6E5DE6-CB8A-4B06-9F5A-5268365F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149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$5K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76775D-CD82-4F94-9517-A101B1AF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149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110244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9A607-BA57-4EBE-8EE7-3B8C198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F0D58-1728-4635-A603-348ED613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1CEE9-CBBC-4D8A-B83B-06924428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Tayyor texnologik asos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0EC02-D568-442E-8100-EFA4D5BD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3528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0E6A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0D4F7-1D3E-4B42-BEFE-8DF12CAA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ISHLAYDIGAN WEB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0FCFD-8C58-467D-BB8F-94EA0742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FastAPI + PostGIS + MapLibre GL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A278A-CB7D-4B25-B0D0-9D7BEE62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62100"/>
            <a:ext cx="33528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18785-D535-423B-8778-03F39A15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716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105 AVTOMATIK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09EF9-4436-48C1-927E-620325BE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Unit va integration qamrovi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FFCBC-195E-4E87-B853-75E6A725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3528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22E62-71B1-47DE-86F0-252F2F17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716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MOBILE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C4F54-E6DF-484A-939A-B899D8E4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React + Vite + Capacitor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94206-84A8-495E-AACA-3A91995A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35814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18BB8-77CD-4D5A-8336-CC21F9FD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243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ANTI-CHEAT VA PRIVACY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5C9F0-0FEC-431D-A7AA-25FA4786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62450"/>
            <a:ext cx="312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Teleport aniqlash, 200 m radius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93B6B-CB82-4D8D-B225-A0E183E1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35814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2A6AB-D79A-44CF-AE80-3C3F37BA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5 TIL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AA5A8-C2BD-4B0C-943F-FFF90133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312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QQ, UZ, KK, TR, EN</a:t>
            </a:r>
          </a:p>
        </p:txBody>
      </p:sp>
    </p:spTree>
    <p:extLst>
      <p:ext uri="{BB962C8B-B14F-4D97-AF65-F5344CB8AC3E}">
        <p14:creationId xmlns:p14="http://schemas.microsoft.com/office/powerpoint/2010/main" val="20247993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21042e6a6441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D3DF9-1599-4086-8C2E-4C0DB1D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>
              <a:alpha val="4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58C68-A0A3-43FC-862D-6CEBD960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104900"/>
            <a:ext cx="7810500" cy="4648200"/>
          </a:xfrm>
          <a:prstGeom xmlns:a="http://schemas.openxmlformats.org/drawingml/2006/main" prst="roundRect">
            <a:avLst>
              <a:gd name="adj" fmla="val 6148"/>
            </a:avLst>
          </a:prstGeom>
          <a:solidFill xmlns:a="http://schemas.openxmlformats.org/drawingml/2006/main">
            <a:srgbClr val="07110D">
              <a:alpha val="80000"/>
            </a:srgbClr>
          </a:solidFill>
          <a:ln xmlns:a="http://schemas.openxmlformats.org/drawingml/2006/main" w="9525">
            <a:solidFill>
              <a:srgbClr val="20E6A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0451A-A567-4DCF-9180-2B96B6ED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90700"/>
            <a:ext cx="681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Shahar harakatga keladi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CCE0E-2496-4512-8170-32E697B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Yurish va yugurishni shahar miqyosidagi jamoaviy o‘yinga aylantiramiz.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88E72-E1C9-4D22-9405-2C580810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$50 000 PRE-SEED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D39CC-619E-4F95-AC41-7DB6210F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9150"/>
            <a:ext cx="617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WEB ENGINE TAYYOR  •  MOBILE PILOT KEYINGI QADAM</a:t>
            </a:r>
          </a:p>
        </p:txBody>
      </p:sp>
    </p:spTree>
    <p:extLst>
      <p:ext uri="{BB962C8B-B14F-4D97-AF65-F5344CB8AC3E}">
        <p14:creationId xmlns:p14="http://schemas.microsoft.com/office/powerpoint/2010/main" val="1881955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2026-09-25T04:20:39.8250000Z</dcterms:created>
  <dcterms:modified xsi:type="dcterms:W3CDTF">2026-09-25T04:20:39.8250000Z</dcterms:modified>
</coreProperties>
</file>