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645920"/>
            <a:ext cx="92656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21D8A0"/>
                </a:solidFill>
              </a:defRPr>
            </a:pPr>
            <a:r>
              <a:t>DON'T STOP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</a:defRPr>
            </a:pPr>
            <a:r>
              <a:t>REAL-WORLD TERRITORY CAPTURE &amp; GAMIFIED FITNESS PLATFORM</a:t>
            </a:r>
          </a:p>
          <a:p>
            <a:pPr>
              <a:spcAft>
                <a:spcPts val="3600"/>
              </a:spcAft>
              <a:defRPr sz="1500">
                <a:solidFill>
                  <a:srgbClr val="A3B8B0"/>
                </a:solidFill>
              </a:defRPr>
            </a:pPr>
            <a:r>
              <a:t>Turning daily walking and running into competitive guild territory control.</a:t>
            </a:r>
          </a:p>
          <a:p>
            <a:pPr>
              <a:defRPr sz="1300" b="1">
                <a:solidFill>
                  <a:srgbClr val="FFB800"/>
                </a:solidFill>
              </a:defRPr>
            </a:pPr>
            <a:r>
              <a:t>🎯 Target Funding Ask: $50,000 USD (Pre-Seed)   |   📍 Stage: Fully Built &amp; Test-Verified Web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1D8A0"/>
                </a:solidFill>
              </a:defRPr>
            </a:pPr>
            <a:r>
              <a:t>DON'T STOP — PITCH DECK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Problem &amp; 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3B30"/>
                </a:solidFill>
              </a:defRPr>
            </a:pPr>
            <a:r>
              <a:t>⚠️ THE PROBLEM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• Boring Fitness Apps: </a:t>
            </a:r>
          </a:p>
          <a:p>
            <a:pPr>
              <a:spcAft>
                <a:spcPts val="1200"/>
              </a:spcAft>
              <a:defRPr sz="1200">
                <a:solidFill>
                  <a:srgbClr val="A3B8B0"/>
                </a:solidFill>
              </a:defRPr>
            </a:pPr>
            <a:r>
              <a:t>  Traditional tracking apps (Strava, Nike Run) feel like work, leading to high 30-day user churn.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• Lack of Social Pride: </a:t>
            </a:r>
          </a:p>
          <a:p>
            <a:pPr>
              <a:spcAft>
                <a:spcPts val="1200"/>
              </a:spcAft>
              <a:defRPr sz="1200">
                <a:solidFill>
                  <a:srgbClr val="A3B8B0"/>
                </a:solidFill>
              </a:defRPr>
            </a:pPr>
            <a:r>
              <a:t>  Users run alone without meaningful team goals or local territory control.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• Gamification Gap: </a:t>
            </a:r>
          </a:p>
          <a:p>
            <a:pPr>
              <a:spcAft>
                <a:spcPts val="1200"/>
              </a:spcAft>
              <a:defRPr sz="1200">
                <a:solidFill>
                  <a:srgbClr val="A3B8B0"/>
                </a:solidFill>
              </a:defRPr>
            </a:pPr>
            <a:r>
              <a:t>  Mobile gamers want real-world movement mechanics, but existing apps lack deep guild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21D8A0"/>
                </a:solidFill>
              </a:defRPr>
            </a:pPr>
            <a:r>
              <a:t>🚀 THE SOLUTION &amp; MARKET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✔ Gamified Fitness Turf Warfare: </a:t>
            </a:r>
          </a:p>
          <a:p>
            <a:pPr>
              <a:spcAft>
                <a:spcPts val="1200"/>
              </a:spcAft>
              <a:defRPr sz="1200">
                <a:solidFill>
                  <a:srgbClr val="A3B8B0"/>
                </a:solidFill>
              </a:defRPr>
            </a:pPr>
            <a:r>
              <a:t>  Walk or run in closed loops to capture city ground on interactive live maps.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✔ Guild Power &amp; Social Rivalry: </a:t>
            </a:r>
          </a:p>
          <a:p>
            <a:pPr>
              <a:spcAft>
                <a:spcPts val="1200"/>
              </a:spcAft>
              <a:defRPr sz="1200">
                <a:solidFill>
                  <a:srgbClr val="A3B8B0"/>
                </a:solidFill>
              </a:defRPr>
            </a:pPr>
            <a:r>
              <a:t>  Form 10-member Guilds with custom Vector Emblems, tags, and team tactics.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✔ Massive Market Potential: </a:t>
            </a:r>
          </a:p>
          <a:p>
            <a:pPr>
              <a:spcAft>
                <a:spcPts val="1200"/>
              </a:spcAft>
              <a:defRPr sz="1200">
                <a:solidFill>
                  <a:srgbClr val="A3B8B0"/>
                </a:solidFill>
              </a:defRPr>
            </a:pPr>
            <a:r>
              <a:t>  Crossing the $14B Move-to-Earn / Gamified Fitness &amp; $180B Mobile Gaming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1D8A0"/>
                </a:solidFill>
              </a:defRPr>
            </a:pPr>
            <a:r>
              <a:t>DON'T STOP — PITCH DECK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Core Product Architecture &amp;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463040"/>
          </a:xfrm>
          <a:prstGeom prst="roundRect">
            <a:avLst/>
          </a:prstGeom>
          <a:solidFill>
            <a:srgbClr val="12241E"/>
          </a:solidFill>
          <a:ln w="1524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📍 Closed-Loop GPS Tracking</a:t>
            </a:r>
          </a:p>
          <a:p>
            <a:pPr>
              <a:defRPr sz="1200">
                <a:solidFill>
                  <a:srgbClr val="A3B8B0"/>
                </a:solidFill>
              </a:defRPr>
            </a:pPr>
            <a:r>
              <a:t>Real-time vector loop preview &amp; connection gap calculation via high-precision Kalman filtering.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1463040"/>
          </a:xfrm>
          <a:prstGeom prst="roundRect">
            <a:avLst/>
          </a:prstGeom>
          <a:solidFill>
            <a:srgbClr val="12241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🛡️ 10-Member Guild System</a:t>
            </a:r>
          </a:p>
          <a:p>
            <a:pPr>
              <a:defRPr sz="1200">
                <a:solidFill>
                  <a:srgbClr val="A3B8B0"/>
                </a:solidFill>
              </a:defRPr>
            </a:pPr>
            <a:r>
              <a:t>Custom Vector Emblems (Shield, Swords, Crown, Zap, Flame, Trophy, Gem, Target, Citadel, Skull).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120640" cy="1463040"/>
          </a:xfrm>
          <a:prstGeom prst="roundRect">
            <a:avLst/>
          </a:prstGeom>
          <a:solidFill>
            <a:srgbClr val="12241E"/>
          </a:solidFill>
          <a:ln w="1524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B800"/>
                </a:solidFill>
              </a:defRPr>
            </a:pPr>
            <a:r>
              <a:t>🔒 Privacy &amp; Anti-Cheat</a:t>
            </a:r>
          </a:p>
          <a:p>
            <a:pPr>
              <a:defRPr sz="1200">
                <a:solidFill>
                  <a:srgbClr val="A3B8B0"/>
                </a:solidFill>
              </a:defRPr>
            </a:pPr>
            <a:r>
              <a:t>200m Privacy Radius hide-home protection, PostGIS spatial exclusions (schools/buildings), teleport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291840"/>
            <a:ext cx="5120640" cy="1463040"/>
          </a:xfrm>
          <a:prstGeom prst="roundRect">
            <a:avLst/>
          </a:prstGeom>
          <a:solidFill>
            <a:srgbClr val="12241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🌐 5-Language Engine</a:t>
            </a:r>
          </a:p>
          <a:p>
            <a:pPr>
              <a:defRPr sz="1200">
                <a:solidFill>
                  <a:srgbClr val="A3B8B0"/>
                </a:solidFill>
              </a:defRPr>
            </a:pPr>
            <a:r>
              <a:t>Full localization in Karakalpak (qq), Uzbek (uz), Kazakh (kk), Turkish (tr), and English (en).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2241E"/>
          </a:solidFill>
          <a:ln w="1524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⚡ High Performance Stack</a:t>
            </a:r>
          </a:p>
          <a:p>
            <a:pPr>
              <a:defRPr sz="1200">
                <a:solidFill>
                  <a:srgbClr val="A3B8B0"/>
                </a:solidFill>
              </a:defRPr>
            </a:pPr>
            <a:r>
              <a:t>FastAPI Python backend + PostGIS spatial DB + Redis + MapLibre GL vector rendering.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1D8A0"/>
                </a:solidFill>
              </a:defRPr>
            </a:pPr>
            <a:r>
              <a:t>DON'T STOP — PITCH DECK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Monetization Strategy &amp; Revenue 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1D8A0"/>
                </a:solidFill>
              </a:defRPr>
            </a:pPr>
            <a:r>
              <a:t>🎟️ Seasonal Battle Pass</a:t>
            </a:r>
          </a:p>
          <a:p>
            <a:pPr>
              <a:defRPr sz="1300">
                <a:solidFill>
                  <a:srgbClr val="A3B8B0"/>
                </a:solidFill>
              </a:defRPr>
            </a:pPr>
            <a:r>
              <a:t>Cosmetic territory trail effects, exclusive Guild Emblems, custom map color themes ($4.99/mo).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59" y="1645920"/>
            <a:ext cx="5120640" cy="210312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FB800"/>
                </a:solidFill>
              </a:defRPr>
            </a:pPr>
            <a:r>
              <a:t>🏢 B2B Brand Sponsorships</a:t>
            </a:r>
          </a:p>
          <a:p>
            <a:pPr>
              <a:defRPr sz="1300">
                <a:solidFill>
                  <a:srgbClr val="A3B8B0"/>
                </a:solidFill>
              </a:defRPr>
            </a:pPr>
            <a:r>
              <a:t>Local brands sponsor 2x Territory Events, branded capture zones, and sponsored tournaments ($2K–$10K/event).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1D8A0"/>
                </a:solidFill>
              </a:defRPr>
            </a:pPr>
            <a:r>
              <a:t>💎 Microtransactions</a:t>
            </a:r>
          </a:p>
          <a:p>
            <a:pPr>
              <a:defRPr sz="1300">
                <a:solidFill>
                  <a:srgbClr val="A3B8B0"/>
                </a:solidFill>
              </a:defRPr>
            </a:pPr>
            <a:r>
              <a:t>Guild creation tokens, premium avatar customization items, nickname change passes ($0.99–$9.99).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4023360"/>
            <a:ext cx="5120640" cy="210312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1D8A0"/>
                </a:solidFill>
              </a:defRPr>
            </a:pPr>
            <a:r>
              <a:t>📊 B2B Fitness Analytics</a:t>
            </a:r>
          </a:p>
          <a:p>
            <a:pPr>
              <a:defRPr sz="1300">
                <a:solidFill>
                  <a:srgbClr val="A3B8B0"/>
                </a:solidFill>
              </a:defRPr>
            </a:pPr>
            <a:r>
              <a:t>Anonymized urban mobility insights for municipal planning &amp; fitness brand partnerships.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1D8A0"/>
                </a:solidFill>
              </a:defRPr>
            </a:pPr>
            <a:r>
              <a:t>DON'T STOP — PITCH DECK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Growth Forecast &amp; 3-Year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21D8A0"/>
                </a:solidFill>
              </a:defRPr>
            </a:pPr>
            <a:r>
              <a:t>3 Months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Pilot Launch</a:t>
            </a:r>
          </a:p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👥 15K Users</a:t>
            </a:r>
          </a:p>
          <a:p>
            <a:pPr>
              <a:spcAft>
                <a:spcPts val="1200"/>
              </a:spcAft>
              <a:defRPr sz="1200" b="1">
                <a:solidFill>
                  <a:srgbClr val="FFB800"/>
                </a:solidFill>
              </a:defRPr>
            </a:pPr>
            <a:r>
              <a:t>🛡️ 500 Guilds</a:t>
            </a:r>
          </a:p>
          <a:p>
            <a:pPr>
              <a:defRPr sz="1100">
                <a:solidFill>
                  <a:srgbClr val="A3B8B0"/>
                </a:solidFill>
              </a:defRPr>
            </a:pPr>
            <a:r>
              <a:t>Nukus &amp; Tashkent rollout, APK release.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9983848319" y="1645920"/>
            <a:ext cx="20116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21D8A0"/>
                </a:solidFill>
              </a:defRPr>
            </a:pPr>
            <a:r>
              <a:t>6 Months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Regional Push</a:t>
            </a:r>
          </a:p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👥 75K Users</a:t>
            </a:r>
          </a:p>
          <a:p>
            <a:pPr>
              <a:spcAft>
                <a:spcPts val="1200"/>
              </a:spcAft>
              <a:defRPr sz="1200" b="1">
                <a:solidFill>
                  <a:srgbClr val="FFB800"/>
                </a:solidFill>
              </a:defRPr>
            </a:pPr>
            <a:r>
              <a:t>🛡️ 2.5K Guilds</a:t>
            </a:r>
          </a:p>
          <a:p>
            <a:pPr>
              <a:defRPr sz="1100">
                <a:solidFill>
                  <a:srgbClr val="A3B8B0"/>
                </a:solidFill>
              </a:defRPr>
            </a:pPr>
            <a:r>
              <a:t>Samarkand, Almaty, Shymkent ($12K/mo rev).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9966965120" y="1645920"/>
            <a:ext cx="20116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FFB800"/>
                </a:solidFill>
              </a:defRPr>
            </a:pPr>
            <a:r>
              <a:t>1 Year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Multi-Country</a:t>
            </a:r>
          </a:p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👥 300K Users</a:t>
            </a:r>
          </a:p>
          <a:p>
            <a:pPr>
              <a:spcAft>
                <a:spcPts val="1200"/>
              </a:spcAft>
              <a:defRPr sz="1200" b="1">
                <a:solidFill>
                  <a:srgbClr val="FFB800"/>
                </a:solidFill>
              </a:defRPr>
            </a:pPr>
            <a:r>
              <a:t>🛡️ 10K Guilds</a:t>
            </a:r>
          </a:p>
          <a:p>
            <a:pPr>
              <a:defRPr sz="1100">
                <a:solidFill>
                  <a:srgbClr val="A3B8B0"/>
                </a:solidFill>
              </a:defRPr>
            </a:pPr>
            <a:r>
              <a:t>Istanbul, Astana, Baku ($50K/mo rev).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69950081920" y="1645920"/>
            <a:ext cx="20116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21D8A0"/>
                </a:solidFill>
              </a:defRPr>
            </a:pPr>
            <a:r>
              <a:t>2 Years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Global Expansion</a:t>
            </a:r>
          </a:p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👥 1.2M Users</a:t>
            </a:r>
          </a:p>
          <a:p>
            <a:pPr>
              <a:spcAft>
                <a:spcPts val="1200"/>
              </a:spcAft>
              <a:defRPr sz="1200" b="1">
                <a:solidFill>
                  <a:srgbClr val="FFB800"/>
                </a:solidFill>
              </a:defRPr>
            </a:pPr>
            <a:r>
              <a:t>🛡️ 40K Guilds</a:t>
            </a:r>
          </a:p>
          <a:p>
            <a:pPr>
              <a:defRPr sz="1100">
                <a:solidFill>
                  <a:srgbClr val="A3B8B0"/>
                </a:solidFill>
              </a:defRPr>
            </a:pPr>
            <a:r>
              <a:t>MENA &amp; Eastern Europe ($180K/mo rev).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9933198720" y="1645920"/>
            <a:ext cx="20116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21D8A0"/>
                </a:solidFill>
              </a:defRPr>
            </a:pPr>
            <a:r>
              <a:t>3 Years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Ecosystem Scale</a:t>
            </a:r>
          </a:p>
          <a:p>
            <a:pPr>
              <a:spcAft>
                <a:spcPts val="400"/>
              </a:spcAft>
              <a:defRPr sz="1300" b="1">
                <a:solidFill>
                  <a:srgbClr val="00E5FF"/>
                </a:solidFill>
              </a:defRPr>
            </a:pPr>
            <a:r>
              <a:t>👥 4.5M Users</a:t>
            </a:r>
          </a:p>
          <a:p>
            <a:pPr>
              <a:spcAft>
                <a:spcPts val="1200"/>
              </a:spcAft>
              <a:defRPr sz="1200" b="1">
                <a:solidFill>
                  <a:srgbClr val="FFB800"/>
                </a:solidFill>
              </a:defRPr>
            </a:pPr>
            <a:r>
              <a:t>🛡️ 150K Guilds</a:t>
            </a:r>
          </a:p>
          <a:p>
            <a:pPr>
              <a:defRPr sz="1100">
                <a:solidFill>
                  <a:srgbClr val="A3B8B0"/>
                </a:solidFill>
              </a:defRPr>
            </a:pPr>
            <a:r>
              <a:t>Global B2B Sponsors ($4M+ Annual Rev).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1D8A0"/>
                </a:solidFill>
              </a:defRPr>
            </a:pPr>
            <a:r>
              <a:t>DON'T STOP — PITCH DECK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Funding Request: Minimum $50,000 USD (12-Month Runway)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840480" cy="4663440"/>
          </a:xfrm>
          <a:prstGeom prst="roundRect">
            <a:avLst/>
          </a:prstGeom>
          <a:solidFill>
            <a:srgbClr val="12241E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FFB800"/>
                </a:solidFill>
              </a:defRPr>
            </a:pPr>
            <a:r>
              <a:t>💰 INVESTMENT ASK</a:t>
            </a:r>
          </a:p>
          <a:p>
            <a:pPr>
              <a:spcAft>
                <a:spcPts val="1600"/>
              </a:spcAft>
              <a:defRPr sz="3200" b="1">
                <a:solidFill>
                  <a:srgbClr val="21D8A0"/>
                </a:solidFill>
              </a:defRPr>
            </a:pPr>
            <a:r>
              <a:t>$50,000 USD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 12-Month Operational Runway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 Full Mobile APK Launch &amp; Growth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 Team Salary Coverage (5 Key Roles)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 Server &amp; Map Infrastructure Scale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 Local Influencer &amp; Campus Marketing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645920"/>
            <a:ext cx="6583680" cy="685800"/>
          </a:xfrm>
          <a:prstGeom prst="roundRect">
            <a:avLst/>
          </a:prstGeom>
          <a:solidFill>
            <a:srgbClr val="12241E"/>
          </a:solidFill>
          <a:ln w="1270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Backend Developer  —  </a:t>
            </a:r>
            <a:r>
              <a:rPr b="1">
                <a:solidFill>
                  <a:srgbClr val="FFB800"/>
                </a:solidFill>
              </a:rPr>
              <a:t>$12,000 (24%)</a:t>
            </a:r>
          </a:p>
          <a:p>
            <a:pPr>
              <a:defRPr sz="1050">
                <a:solidFill>
                  <a:srgbClr val="A3B8B0"/>
                </a:solidFill>
              </a:defRPr>
            </a:pPr>
            <a:r>
              <a:t>Spatial PostGIS API, Anti-cheat algorithms, Real-time WebSockets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404872"/>
            <a:ext cx="6583680" cy="685800"/>
          </a:xfrm>
          <a:prstGeom prst="roundRect">
            <a:avLst/>
          </a:prstGeom>
          <a:solidFill>
            <a:srgbClr val="12241E"/>
          </a:solidFill>
          <a:ln w="1270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 &amp; UI/UX Developer  —  </a:t>
            </a:r>
            <a:r>
              <a:rPr b="1">
                <a:solidFill>
                  <a:srgbClr val="FFB800"/>
                </a:solidFill>
              </a:rPr>
              <a:t>$10,000 (20%)</a:t>
            </a:r>
          </a:p>
          <a:p>
            <a:pPr>
              <a:defRPr sz="1050">
                <a:solidFill>
                  <a:srgbClr val="A3B8B0"/>
                </a:solidFill>
              </a:defRPr>
            </a:pPr>
            <a:r>
              <a:t>MapLibre GL Vector UI, Capacitor Mobile App, Responsive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163824"/>
            <a:ext cx="6583680" cy="685800"/>
          </a:xfrm>
          <a:prstGeom prst="roundRect">
            <a:avLst/>
          </a:prstGeom>
          <a:solidFill>
            <a:srgbClr val="12241E"/>
          </a:solidFill>
          <a:ln w="1270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Game Dev / Spatial Engineer  —  </a:t>
            </a:r>
            <a:r>
              <a:rPr b="1">
                <a:solidFill>
                  <a:srgbClr val="FFB800"/>
                </a:solidFill>
              </a:rPr>
              <a:t>$10,000 (20%)</a:t>
            </a:r>
          </a:p>
          <a:p>
            <a:pPr>
              <a:defRPr sz="1050">
                <a:solidFill>
                  <a:srgbClr val="A3B8B0"/>
                </a:solidFill>
              </a:defRPr>
            </a:pPr>
            <a:r>
              <a:t>Closed-loop vector math, Territory decay engine, Mobile bridge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922776"/>
            <a:ext cx="6583680" cy="685800"/>
          </a:xfrm>
          <a:prstGeom prst="roundRect">
            <a:avLst/>
          </a:prstGeom>
          <a:solidFill>
            <a:srgbClr val="12241E"/>
          </a:solidFill>
          <a:ln w="1270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Graphic &amp; Brand Designer  —  </a:t>
            </a:r>
            <a:r>
              <a:rPr b="1">
                <a:solidFill>
                  <a:srgbClr val="FFB800"/>
                </a:solidFill>
              </a:rPr>
              <a:t>$6,000 (12%)</a:t>
            </a:r>
          </a:p>
          <a:p>
            <a:pPr>
              <a:defRPr sz="1050">
                <a:solidFill>
                  <a:srgbClr val="A3B8B0"/>
                </a:solidFill>
              </a:defRPr>
            </a:pPr>
            <a:r>
              <a:t>Vector emblem badges, UI assets, Marketing kits &amp; social branding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681728"/>
            <a:ext cx="6583680" cy="685800"/>
          </a:xfrm>
          <a:prstGeom prst="roundRect">
            <a:avLst/>
          </a:prstGeom>
          <a:solidFill>
            <a:srgbClr val="12241E"/>
          </a:solidFill>
          <a:ln w="1270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Marketing &amp; Community Mgr  —  </a:t>
            </a:r>
            <a:r>
              <a:rPr b="1">
                <a:solidFill>
                  <a:srgbClr val="FFB800"/>
                </a:solidFill>
              </a:rPr>
              <a:t>$7,000 (14%)</a:t>
            </a:r>
          </a:p>
          <a:p>
            <a:pPr>
              <a:defRPr sz="1050">
                <a:solidFill>
                  <a:srgbClr val="A3B8B0"/>
                </a:solidFill>
              </a:defRPr>
            </a:pPr>
            <a:r>
              <a:t>Influencer campaigns, TikTok/Instagram viral runs, Campus leagues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5440679"/>
            <a:ext cx="6583680" cy="685800"/>
          </a:xfrm>
          <a:prstGeom prst="roundRect">
            <a:avLst/>
          </a:prstGeom>
          <a:solidFill>
            <a:srgbClr val="12241E"/>
          </a:solidFill>
          <a:ln w="1270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Server &amp; Infrastructure  —  </a:t>
            </a:r>
            <a:r>
              <a:rPr b="1">
                <a:solidFill>
                  <a:srgbClr val="FFB800"/>
                </a:solidFill>
              </a:rPr>
              <a:t>$5,000 (10%)</a:t>
            </a:r>
          </a:p>
          <a:p>
            <a:pPr>
              <a:defRPr sz="1050">
                <a:solidFill>
                  <a:srgbClr val="A3B8B0"/>
                </a:solidFill>
              </a:defRPr>
            </a:pPr>
            <a:r>
              <a:t>PostGIS Database, Redis cluster, Map tiles, Legal &amp; Contingency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1D8A0"/>
                </a:solidFill>
              </a:defRPr>
            </a:pPr>
            <a:r>
              <a:t>DON'T STOP — PITCH DECK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Technical Execution &amp; Mobile Handoff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1D8A0"/>
                </a:solidFill>
              </a:defRPr>
            </a:pPr>
            <a:r>
              <a:t>💻 Fully Functional Web Stack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FastAPI Python backend + PostGIS spatial database + MapLibre GL frontend engine already 100% built and verified with 105 automated unit/integration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0E5FF"/>
                </a:solidFill>
              </a:defRPr>
            </a:pPr>
            <a:r>
              <a:t>📱 Turnkey Mobile APK Pipeline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Frontend built with React + Vite + Capacitor wrapper pipeline, allowing instant mobile APK/AAB builds for Android Play Store and Apple App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2241E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FFB800"/>
                </a:solidFill>
              </a:defRPr>
            </a:pPr>
            <a:r>
              <a:t>🔒 Production Security &amp; Quality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Strict 8-digit numeric Player ID system, 200m Privacy Radius protection, spatial building exclusions, and multi-language engine (QQ, UZ, KK, TR, 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2241E"/>
          </a:solidFill>
          <a:ln w="25400">
            <a:solidFill>
              <a:srgbClr val="21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spcAft>
                <a:spcPts val="1200"/>
              </a:spcAft>
              <a:defRPr sz="2800" b="1">
                <a:solidFill>
                  <a:srgbClr val="21D8A0"/>
                </a:solidFill>
              </a:defRPr>
            </a:pPr>
            <a:r>
              <a:t>JOIN THE REAL-WORLD GAMING REVOLUTION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</a:defRPr>
            </a:pPr>
            <a:r>
              <a:t>Don't Stop turns cities into live interactive gaming battlegrounds.</a:t>
            </a:r>
          </a:p>
          <a:p>
            <a:pPr>
              <a:spcAft>
                <a:spcPts val="800"/>
              </a:spcAft>
              <a:defRPr sz="1800" b="1">
                <a:solidFill>
                  <a:srgbClr val="FFB800"/>
                </a:solidFill>
              </a:defRPr>
            </a:pPr>
            <a:r>
              <a:t>💼 Minimum Funding Ask: $50,000 USD (Pre-Seed)</a:t>
            </a:r>
          </a:p>
          <a:p>
            <a:pPr>
              <a:defRPr sz="1500" b="1">
                <a:solidFill>
                  <a:srgbClr val="00E5FF"/>
                </a:solidFill>
              </a:defRPr>
            </a:pPr>
            <a:r>
              <a:t>🚀 Web Engine Live &amp; Ready for Mobile APK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